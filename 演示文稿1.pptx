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350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95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64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68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13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341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75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97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9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82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64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7AD9DF-0FD3-4A79-A28A-E07D33733602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24C31-1514-4451-A446-E66A01A61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37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8B48A4C0-A7E4-6B92-729B-E872449A3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12" y="3478762"/>
            <a:ext cx="2574138" cy="25812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4988498-2F11-8E5E-CF43-EBCB02B54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208" y="3347549"/>
            <a:ext cx="4294204" cy="33485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C204391-EEC4-14BE-8DEE-93A881F4B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161925"/>
            <a:ext cx="6311657" cy="301654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1FB9F3F-F37D-9CDB-0451-7508B4F38699}"/>
              </a:ext>
            </a:extLst>
          </p:cNvPr>
          <p:cNvSpPr txBox="1"/>
          <p:nvPr/>
        </p:nvSpPr>
        <p:spPr>
          <a:xfrm>
            <a:off x="295275" y="6115050"/>
            <a:ext cx="427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L.Zhang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al.,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 Mater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.,2026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74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5F87B3B-FFE8-8B71-017C-547339656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658" y="1214172"/>
            <a:ext cx="4259637" cy="38150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0731048-5B62-0C47-462A-259E9A8AA4BB}"/>
              </a:ext>
            </a:extLst>
          </p:cNvPr>
          <p:cNvSpPr txBox="1"/>
          <p:nvPr/>
        </p:nvSpPr>
        <p:spPr>
          <a:xfrm>
            <a:off x="685800" y="1258133"/>
            <a:ext cx="252412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结构与机械稳定性瓶颈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微裂纹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粉化与相变不可逆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J-T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畸变（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Fe</a:t>
            </a:r>
            <a:r>
              <a:rPr lang="en-US" altLang="zh-CN" sz="1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4+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Mn</a:t>
            </a:r>
            <a:r>
              <a:rPr lang="en-US" altLang="zh-CN" sz="1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3+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F5AC2E-1D67-D6A0-8566-4645E4F6BD46}"/>
              </a:ext>
            </a:extLst>
          </p:cNvPr>
          <p:cNvSpPr txBox="1"/>
          <p:nvPr/>
        </p:nvSpPr>
        <p:spPr>
          <a:xfrm>
            <a:off x="685800" y="2591203"/>
            <a:ext cx="30099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界面与化学稳定性瓶颈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空气敏感度（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14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</a:t>
            </a:r>
            <a:r>
              <a:rPr lang="en-US" altLang="zh-CN" sz="14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界面副反应与晶格氧流失（高电压）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F3F757-84B8-A1AA-93F8-1F2AA19FED08}"/>
              </a:ext>
            </a:extLst>
          </p:cNvPr>
          <p:cNvSpPr txBox="1"/>
          <p:nvPr/>
        </p:nvSpPr>
        <p:spPr>
          <a:xfrm>
            <a:off x="685800" y="3924273"/>
            <a:ext cx="25241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离子传输与动力学瓶颈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TM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迁移（过渡金属迁移）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Na+/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空位无序</a:t>
            </a:r>
          </a:p>
        </p:txBody>
      </p:sp>
    </p:spTree>
    <p:extLst>
      <p:ext uri="{BB962C8B-B14F-4D97-AF65-F5344CB8AC3E}">
        <p14:creationId xmlns:p14="http://schemas.microsoft.com/office/powerpoint/2010/main" val="1343519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68</Words>
  <Application>Microsoft Office PowerPoint</Application>
  <PresentationFormat>全屏显示(4:3)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Aptos</vt:lpstr>
      <vt:lpstr>Aptos Display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2026-09-25T16:16:28Z</dcterms:created>
  <dcterms:modified xsi:type="dcterms:W3CDTF">2026-09-25T17:21:36Z</dcterms:modified>
</cp:coreProperties>
</file>